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7315200" cy="7315200"/>
          </a:xfrm>
          <a:prstGeom prst="ellipse">
            <a:avLst/>
          </a:prstGeom>
          <a:solidFill>
            <a:srgbClr val="FF7A1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76895" y="3200400"/>
            <a:ext cx="7315200" cy="7315200"/>
          </a:xfrm>
          <a:prstGeom prst="ellipse">
            <a:avLst/>
          </a:prstGeom>
          <a:solidFill>
            <a:srgbClr val="5CC8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CSIS 4495  ·  MIDTERM PROGRESS &amp; IMPLEMENTATION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200" kern="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</a:t>
            </a:r>
            <a:pPr indent="0" marL="0">
              <a:buNone/>
            </a:pPr>
            <a:r>
              <a:rPr lang="en-US" sz="8000" b="1" spc="200" kern="0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3D model generation and spatial editing, in the browser.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Mikhail Senatorov</a:t>
            </a:r>
            <a:pPr indent="0" marL="0">
              <a:buNone/>
            </a:pPr>
            <a:r>
              <a:rPr lang="en-US" sz="150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&amp;  </a:t>
            </a:r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Javid Aliyev</a:t>
            </a:r>
            <a:pPr indent="0" marL="0">
              <a:buNone/>
            </a:pPr>
            <a:r>
              <a:rPr lang="en-US" sz="15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June 27,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Michael Ma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BUILDING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3D models by pointing and talking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3D model from a text prompt, then </a:t>
            </a:r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exact part</a:t>
            </a:r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want to change and describe the edit in plain language.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3D-modelling skills required. It grew into a small community platform where people publish, like, comment and follow.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800600"/>
            <a:ext cx="1874520" cy="548640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 w="19050">
            <a:solidFill>
              <a:srgbClr val="FF7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8006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97480" y="4800600"/>
            <a:ext cx="1874520" cy="548640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 w="19050">
            <a:solidFill>
              <a:srgbClr val="5C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48006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by region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4800600"/>
            <a:ext cx="1874520" cy="548640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 w="19050">
            <a:solidFill>
              <a:srgbClr val="2FA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48006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&amp; follow</a:t>
            </a:r>
            <a:endParaRPr lang="en-US" sz="1300" dirty="0"/>
          </a:p>
        </p:txBody>
      </p:sp>
      <p:pic>
        <p:nvPicPr>
          <p:cNvPr id="12" name="Image 0" descr="C:\Users\Mikhail Senatorov\Documents\Douglas\3D Forge\docs\presentation\img_ha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1783080"/>
            <a:ext cx="4389120" cy="2468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223760" y="4297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base model — the same mesh users remix in the gallery.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FORGE</a:t>
            </a:r>
            <a:pPr indent="0" marL="0">
              <a:buNone/>
            </a:pPr>
            <a:r>
              <a:rPr lang="en-US" sz="900" spc="100" kern="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Midterm Progress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PROJECT PROGRESS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now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A9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F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25420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Text-to-3D viewer + region select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Prompt Engine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&amp; community platform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Meshy generation (M5 / M6)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182880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21031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8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21031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0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90872" y="25420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90872" y="306324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Per-point spatial prompts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Voice-to-prompt in the browser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/ delete, follow, notifications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previews on cards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93024" y="182880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67344" y="21031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67344" y="21031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C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467344" y="25420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67344" y="306324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Image-first step (cheap iteration)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same-model 3D editing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multiple gen APIs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deployment with keys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FORGE</a:t>
            </a:r>
            <a:pPr indent="0" marL="0">
              <a:buNone/>
            </a:pPr>
            <a:r>
              <a:rPr lang="en-US" sz="900" spc="100" kern="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Midterm Progress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pieces fit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11880" y="3383280"/>
            <a:ext cx="1005840" cy="0"/>
          </a:xfrm>
          <a:prstGeom prst="line">
            <a:avLst/>
          </a:prstGeom>
          <a:noFill/>
          <a:ln w="31750">
            <a:solidFill>
              <a:srgbClr val="5CC8FF"/>
            </a:solidFill>
            <a:prstDash val="solid"/>
            <a:headEnd type="triangl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635240" y="3383280"/>
            <a:ext cx="868680" cy="-777240"/>
          </a:xfrm>
          <a:prstGeom prst="line">
            <a:avLst/>
          </a:prstGeom>
          <a:noFill/>
          <a:ln w="25400">
            <a:solidFill>
              <a:srgbClr val="FF7A1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635240" y="3383280"/>
            <a:ext cx="868680" cy="0"/>
          </a:xfrm>
          <a:prstGeom prst="line">
            <a:avLst/>
          </a:prstGeom>
          <a:noFill/>
          <a:ln w="25400">
            <a:solidFill>
              <a:srgbClr val="FF7A1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635240" y="3383280"/>
            <a:ext cx="868680" cy="777240"/>
          </a:xfrm>
          <a:prstGeom prst="line">
            <a:avLst/>
          </a:prstGeom>
          <a:noFill/>
          <a:ln w="25400">
            <a:solidFill>
              <a:srgbClr val="FF7A1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22960" y="2377440"/>
            <a:ext cx="2788920" cy="2011680"/>
          </a:xfrm>
          <a:prstGeom prst="roundRect">
            <a:avLst>
              <a:gd name="adj" fmla="val 4545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5420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— Client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94436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 (SPA)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3D viewer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Click-to-select points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(voice)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17720" y="2377440"/>
            <a:ext cx="3017520" cy="2011680"/>
          </a:xfrm>
          <a:prstGeom prst="roundRect">
            <a:avLst>
              <a:gd name="adj" fmla="val 4545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25420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— Express API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2944368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(JWT + bcrypt)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/ likes / comments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 / notifications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Prompt Engine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503920" y="205740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0" y="22219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Meshy API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0" y="2624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text-to-3D (M5 / M6)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503920" y="306324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EAF6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0" y="3227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3630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refinement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503920" y="406908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0" y="42336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/ mock store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0" y="4636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(file-persisted)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56235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fully key-free in “mock mode” — no database or API keys needed to demo. Add keys to go live.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FORGE</a:t>
            </a:r>
            <a:pPr indent="0" marL="0">
              <a:buNone/>
            </a:pPr>
            <a:r>
              <a:rPr lang="en-US" sz="900" spc="100" kern="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Midterm Progress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we use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91440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76272"/>
            <a:ext cx="402336" cy="402336"/>
          </a:xfrm>
          <a:prstGeom prst="ellipse">
            <a:avLst/>
          </a:prstGeom>
          <a:solidFill>
            <a:srgbClr val="5CC8FF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02996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297680" y="2029968"/>
            <a:ext cx="69796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Vite · Three.js · React Router · Web Speech API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10911535" cy="91440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3227832"/>
            <a:ext cx="402336" cy="402336"/>
          </a:xfrm>
          <a:prstGeom prst="ellipse">
            <a:avLst/>
          </a:prstGeom>
          <a:solidFill>
            <a:srgbClr val="FF7A1F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308152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97680" y="3081528"/>
            <a:ext cx="69796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· Express · Mongoose · JWT · bcrypt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10911535" cy="91440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279392"/>
            <a:ext cx="402336" cy="402336"/>
          </a:xfrm>
          <a:prstGeom prst="ellipse">
            <a:avLst/>
          </a:prstGeom>
          <a:solidFill>
            <a:srgbClr val="2FA968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413308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external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297680" y="4133088"/>
            <a:ext cx="69796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Meshy (text-to-3D) · Anthropic Claude (prompt refinement)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10911535" cy="91440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5330952"/>
            <a:ext cx="402336" cy="402336"/>
          </a:xfrm>
          <a:prstGeom prst="ellipse">
            <a:avLst/>
          </a:prstGeom>
          <a:solidFill>
            <a:srgbClr val="8C96AB"/>
          </a:solidFill>
          <a:ln/>
        </p:spPr>
      </p:sp>
      <p:sp>
        <p:nvSpPr>
          <p:cNvPr id="18" name="Text 16"/>
          <p:cNvSpPr/>
          <p:nvPr/>
        </p:nvSpPr>
        <p:spPr>
          <a:xfrm>
            <a:off x="1554480" y="518464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 &amp; build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297680" y="5184648"/>
            <a:ext cx="69796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JS (ESM) · node --test · GitHub Actions · Claude Code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FORGE</a:t>
            </a:r>
            <a:pPr indent="0" marL="0">
              <a:buNone/>
            </a:pPr>
            <a:r>
              <a:rPr lang="en-US" sz="900" spc="100" kern="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Midterm Progress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— THREE STEPS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 →  Model  →  Edit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265176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1A24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971800"/>
            <a:ext cx="777240" cy="777240"/>
          </a:xfrm>
          <a:prstGeom prst="ellipse">
            <a:avLst/>
          </a:prstGeom>
          <a:solidFill>
            <a:srgbClr val="FF7A1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971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0B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10" dirty="0"/>
          </a:p>
        </p:txBody>
      </p:sp>
      <p:sp>
        <p:nvSpPr>
          <p:cNvPr id="7" name="Text 5"/>
          <p:cNvSpPr/>
          <p:nvPr/>
        </p:nvSpPr>
        <p:spPr>
          <a:xfrm>
            <a:off x="205740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3977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reference image first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97280" y="4617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Sharper 3D, saves credits, cheap to iterate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97280" y="544068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51A24"/>
          </a:solidFill>
          <a:ln w="12700">
            <a:solidFill>
              <a:srgbClr val="8C9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54406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C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33672" y="35661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572000" y="265176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1A24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2971800"/>
            <a:ext cx="777240" cy="777240"/>
          </a:xfrm>
          <a:prstGeom prst="ellipse">
            <a:avLst/>
          </a:prstGeom>
          <a:solidFill>
            <a:srgbClr val="5CC8FF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971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0B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10" dirty="0"/>
          </a:p>
        </p:txBody>
      </p:sp>
      <p:sp>
        <p:nvSpPr>
          <p:cNvPr id="16" name="Text 14"/>
          <p:cNvSpPr/>
          <p:nvPr/>
        </p:nvSpPr>
        <p:spPr>
          <a:xfrm>
            <a:off x="585216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92040" y="3977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Text-to-3D via Meshy (M5 / M6)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892040" y="4617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on the site today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92040" y="544068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51A24"/>
          </a:solidFill>
          <a:ln w="12700">
            <a:solidFill>
              <a:srgbClr val="2FA9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54406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F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28432" y="35661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8366760" y="265176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1A24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0" y="2971800"/>
            <a:ext cx="777240" cy="777240"/>
          </a:xfrm>
          <a:prstGeom prst="ellipse">
            <a:avLst/>
          </a:prstGeom>
          <a:solidFill>
            <a:srgbClr val="2FA968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0" y="2971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0B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10" dirty="0"/>
          </a:p>
        </p:txBody>
      </p:sp>
      <p:sp>
        <p:nvSpPr>
          <p:cNvPr id="25" name="Text 23"/>
          <p:cNvSpPr/>
          <p:nvPr/>
        </p:nvSpPr>
        <p:spPr>
          <a:xfrm>
            <a:off x="964692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686800" y="3977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it with spatial prompts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686800" y="4617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+ prompts ready; editing is next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686800" y="544068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51A24"/>
          </a:solidFill>
          <a:ln w="12700">
            <a:solidFill>
              <a:srgbClr val="E08A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54406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0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IMAGE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an image (planned)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paying for a full 3D generation, the user generates a reference image. It's cheap, fast, and easy to iterate 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310896" cy="310896"/>
          </a:xfrm>
          <a:prstGeom prst="ellipse">
            <a:avLst/>
          </a:prstGeom>
          <a:solidFill>
            <a:srgbClr val="FF7A1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0175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Sharper results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36499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image guides the 3D model and raises fidelity.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310896" cy="310896"/>
          </a:xfrm>
          <a:prstGeom prst="ellipse">
            <a:avLst/>
          </a:prstGeom>
          <a:solidFill>
            <a:srgbClr val="FF7A1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9776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tokens &amp; credits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432511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on a cheap image, not an expensive 3D mesh.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5029200"/>
            <a:ext cx="310896" cy="310896"/>
          </a:xfrm>
          <a:prstGeom prst="ellipse">
            <a:avLst/>
          </a:prstGeom>
          <a:solidFill>
            <a:srgbClr val="FF7A1F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9377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before you commit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528523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the look first, then build the heavy 3D once.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9893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9893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C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950" dirty="0"/>
          </a:p>
        </p:txBody>
      </p:sp>
      <p:pic>
        <p:nvPicPr>
          <p:cNvPr id="16" name="Image 0" descr="C:\Users\Mikhail Senatorov\Documents\Douglas\3D Forge\docs\presentation\img_sphe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0" y="2011680"/>
            <a:ext cx="3931920" cy="30175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680960" y="5120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every model starts from text — the image step is the next upgrade.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FORGE</a:t>
            </a:r>
            <a:pPr indent="0" marL="0">
              <a:buNone/>
            </a:pPr>
            <a:r>
              <a:rPr lang="en-US" sz="900" spc="100" kern="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Midterm Progress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MODEL GENERATION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Text-to-3D with the Meshy API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F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today. 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prompt becomes a real GLB model you can spin in the browser.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274320" cy="274320"/>
          </a:xfrm>
          <a:prstGeom prst="ellipse">
            <a:avLst/>
          </a:prstGeom>
          <a:solidFill>
            <a:srgbClr val="5CC8F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8346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quality tiers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M5 — fast &amp; cheap (~5 credits) · M6 — prettier (~20)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767328"/>
            <a:ext cx="274320" cy="274320"/>
          </a:xfrm>
          <a:prstGeom prst="ellipse">
            <a:avLst/>
          </a:prstGeom>
          <a:solidFill>
            <a:srgbClr val="5CC8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67588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cost guard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Caps real generations per day; mock mode is unlimited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608576"/>
            <a:ext cx="274320" cy="274320"/>
          </a:xfrm>
          <a:prstGeom prst="ellipse">
            <a:avLst/>
          </a:prstGeom>
          <a:solidFill>
            <a:srgbClr val="5CC8F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51713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mode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Full demo with no API key — a stub generator stands in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5449824"/>
            <a:ext cx="274320" cy="274320"/>
          </a:xfrm>
          <a:prstGeom prst="ellipse">
            <a:avLst/>
          </a:prstGeom>
          <a:solidFill>
            <a:srgbClr val="5CC8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35838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proxy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Server streams Meshy GLBs (browser CORS workaround)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62636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A9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2636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F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950" dirty="0"/>
          </a:p>
        </p:txBody>
      </p:sp>
      <p:pic>
        <p:nvPicPr>
          <p:cNvPr id="15" name="Image 0" descr="C:\Users\Mikhail Senatorov\Documents\Douglas\3D Forge\docs\presentation\img_motorcyc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0" y="2011680"/>
            <a:ext cx="3931920" cy="2926080"/>
          </a:xfrm>
          <a:prstGeom prst="rect">
            <a:avLst/>
          </a:prstGeom>
        </p:spPr>
      </p:pic>
      <p:pic>
        <p:nvPicPr>
          <p:cNvPr id="16" name="Image 1" descr="C:\Users\Mikhail Senatorov\Documents\Douglas\3D Forge\docs\presentation\img_chai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69680" y="4572000"/>
            <a:ext cx="1828800" cy="1463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FORGE</a:t>
            </a:r>
            <a:pPr indent="0" marL="0">
              <a:buNone/>
            </a:pPr>
            <a:r>
              <a:rPr lang="en-US" sz="900" spc="100" kern="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Midterm Progress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F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SPATIAL EDITING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by pointing: the Spatial Prompt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 spot on the mesh, type what to change there. We turn click + region + your words into one grounded instruction.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6309360" cy="1371600"/>
          </a:xfrm>
          <a:prstGeom prst="roundRect">
            <a:avLst>
              <a:gd name="adj" fmla="val 6667"/>
            </a:avLst>
          </a:prstGeom>
          <a:solidFill>
            <a:srgbClr val="0B0D1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1546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</a:t>
            </a:r>
            <a:pPr indent="0" marL="0">
              <a:buNone/>
            </a:pPr>
            <a:r>
              <a:rPr lang="en-US" sz="1350" dirty="0">
                <a:solidFill>
                  <a:srgbClr val="9AA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 y, z)  +  </a:t>
            </a:r>
            <a:pPr indent="0" marL="0">
              <a:buNone/>
            </a:pPr>
            <a:r>
              <a:rPr lang="en-US" sz="1350" b="1" dirty="0">
                <a:solidFill>
                  <a:srgbClr val="5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 </a:t>
            </a:r>
            <a:pPr indent="0" marL="0">
              <a:buNone/>
            </a:pPr>
            <a:r>
              <a:rPr lang="en-US" sz="1350" dirty="0">
                <a:solidFill>
                  <a:srgbClr val="9AA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“index finger”  +  </a:t>
            </a:r>
            <a:pPr indent="0" marL="0">
              <a:buNone/>
            </a:pPr>
            <a:r>
              <a:rPr lang="en-US" sz="1350" b="1" dirty="0">
                <a:solidFill>
                  <a:srgbClr val="FF7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“make it longer”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one structured prompt, refined by Claude, sent to the generator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Click-to-select points on the model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502920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separate prompt per point (numbered)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48640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vs. plain comparison + rating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61264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8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61264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0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50" dirty="0"/>
          </a:p>
        </p:txBody>
      </p:sp>
      <p:pic>
        <p:nvPicPr>
          <p:cNvPr id="13" name="Image 0" descr="C:\Users\Mikhail Senatorov\Documents\Douglas\3D Forge\docs\presentation\img_ha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0" y="2194560"/>
            <a:ext cx="3931920" cy="23774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680960" y="4663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hand: click a finger, describe the change.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FORGE</a:t>
            </a:r>
            <a:pPr indent="0" marL="0">
              <a:buNone/>
            </a:pPr>
            <a:r>
              <a:rPr lang="en-US" sz="900" spc="100" kern="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Midterm Progress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 right now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365760" cy="365760"/>
          </a:xfrm>
          <a:prstGeom prst="ellipse">
            <a:avLst/>
          </a:prstGeom>
          <a:solidFill>
            <a:srgbClr val="5CC8FF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09397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 tool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Generate, upload, click points, per-point prompts, history, compare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16552" y="18745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0872" y="2148840"/>
            <a:ext cx="365760" cy="365760"/>
          </a:xfrm>
          <a:prstGeom prst="ellipse">
            <a:avLst/>
          </a:prstGeom>
          <a:solidFill>
            <a:srgbClr val="FF7A1F"/>
          </a:solidFill>
          <a:ln/>
        </p:spPr>
      </p:sp>
      <p:sp>
        <p:nvSpPr>
          <p:cNvPr id="10" name="Text 8"/>
          <p:cNvSpPr/>
          <p:nvPr/>
        </p:nvSpPr>
        <p:spPr>
          <a:xfrm>
            <a:off x="5193792" y="209397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0872" y="2743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/ login (JWT + bcrypt), profiles with avatars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93024" y="18745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67344" y="2148840"/>
            <a:ext cx="365760" cy="365760"/>
          </a:xfrm>
          <a:prstGeom prst="ellipse">
            <a:avLst/>
          </a:prstGeom>
          <a:solidFill>
            <a:srgbClr val="2FA968"/>
          </a:solidFill>
          <a:ln/>
        </p:spPr>
      </p:sp>
      <p:sp>
        <p:nvSpPr>
          <p:cNvPr id="14" name="Text 12"/>
          <p:cNvSpPr/>
          <p:nvPr/>
        </p:nvSpPr>
        <p:spPr>
          <a:xfrm>
            <a:off x="8970264" y="209397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gallery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67344" y="2743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Publish, Explore feed, search + tags, model thumbnails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206240"/>
            <a:ext cx="365760" cy="365760"/>
          </a:xfrm>
          <a:prstGeom prst="ellipse">
            <a:avLst/>
          </a:prstGeom>
          <a:solidFill>
            <a:srgbClr val="FF7A1F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415137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800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Likes, comments, follow / following, activity notifications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16552" y="39319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4206240"/>
            <a:ext cx="365760" cy="365760"/>
          </a:xfrm>
          <a:prstGeom prst="ellipse">
            <a:avLst/>
          </a:prstGeom>
          <a:solidFill>
            <a:srgbClr val="5CC8FF"/>
          </a:solidFill>
          <a:ln/>
        </p:spPr>
      </p:sp>
      <p:sp>
        <p:nvSpPr>
          <p:cNvPr id="22" name="Text 20"/>
          <p:cNvSpPr/>
          <p:nvPr/>
        </p:nvSpPr>
        <p:spPr>
          <a:xfrm>
            <a:off x="5193792" y="415137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pages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90872" y="4800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Rotating viewer, share link, present mode, edit / delete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93024" y="39319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67344" y="4206240"/>
            <a:ext cx="365760" cy="365760"/>
          </a:xfrm>
          <a:prstGeom prst="ellipse">
            <a:avLst/>
          </a:prstGeom>
          <a:solidFill>
            <a:srgbClr val="2FA968"/>
          </a:solidFill>
          <a:ln/>
        </p:spPr>
      </p:sp>
      <p:sp>
        <p:nvSpPr>
          <p:cNvPr id="26" name="Text 24"/>
          <p:cNvSpPr/>
          <p:nvPr/>
        </p:nvSpPr>
        <p:spPr>
          <a:xfrm>
            <a:off x="8970264" y="415137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input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67344" y="4800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your prompt in the browser (Web Speech API)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FORGE</a:t>
            </a:r>
            <a:pPr indent="0" marL="0">
              <a:buNone/>
            </a:pPr>
            <a:r>
              <a:rPr lang="en-US" sz="900" spc="100" kern="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Midterm Progress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ISSUES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67128"/>
            <a:ext cx="457200" cy="457200"/>
          </a:xfrm>
          <a:prstGeom prst="ellipse">
            <a:avLst/>
          </a:prstGeom>
          <a:solidFill>
            <a:srgbClr val="FF7A1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3055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prompting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a 3D click + region + free text into one instruction a generator actually respects — the core research problem.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167128"/>
            <a:ext cx="457200" cy="457200"/>
          </a:xfrm>
          <a:prstGeom prst="ellipse">
            <a:avLst/>
          </a:prstGeom>
          <a:solidFill>
            <a:srgbClr val="FF7A1F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213055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Meshy can't edit a mesh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46520" y="27432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text-to-3D only: it re-generates the whole model and ignores our 3D points. Real same-model editing needs another path.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24528"/>
            <a:ext cx="457200" cy="457200"/>
          </a:xfrm>
          <a:prstGeom prst="ellipse">
            <a:avLst/>
          </a:prstGeom>
          <a:solidFill>
            <a:srgbClr val="FF7A1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18795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integration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4400" y="48006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task polling, Meshy's CORS, credit costs — solved with a server proxy, a daily cost guard, and a key-free mock mode.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FF7A1F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418795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 the browser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46520" y="48006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API differs across browsers; wired it into both the generate box and the per-point editors.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FORGE</a:t>
            </a:r>
            <a:pPr indent="0" marL="0">
              <a:buNone/>
            </a:pPr>
            <a:r>
              <a:rPr lang="en-US" sz="900" spc="100" kern="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Midterm Progress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USAGE IN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the product — and in how we built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502920" cy="502920"/>
          </a:xfrm>
          <a:prstGeom prst="ellipse">
            <a:avLst/>
          </a:prstGeom>
          <a:solidFill>
            <a:srgbClr val="FF7A1F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240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product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97180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Meshy AI — text-to-3D generation (M5 / M6)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 — refines the spatial prompt before generation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API — voice-to-prompt input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2240280"/>
            <a:ext cx="502920" cy="502920"/>
          </a:xfrm>
          <a:prstGeom prst="ellipse">
            <a:avLst/>
          </a:prstGeom>
          <a:solidFill>
            <a:srgbClr val="5CC8FF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2240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how we built 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97180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— AI pair-programming for features &amp; tests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Code-review subagents check every branch before a PR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GitHub @claude bot reviews each pull request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→ review → PR → merge, every change verified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FORGE</a:t>
            </a:r>
            <a:pPr indent="0" marL="0">
              <a:buNone/>
            </a:pPr>
            <a:r>
              <a:rPr lang="en-US" sz="900" spc="100" kern="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Midterm Progress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-2286000"/>
            <a:ext cx="7315200" cy="7315200"/>
          </a:xfrm>
          <a:prstGeom prst="ellipse">
            <a:avLst/>
          </a:prstGeom>
          <a:solidFill>
            <a:srgbClr val="FF7A1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open the app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9601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&amp; the community gallery (real model thumbnails)</a:t>
            </a:r>
            <a:endParaRPr lang="en-US" sz="17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 — generate, click points, write per-point prompts, voice input</a:t>
            </a:r>
            <a:endParaRPr lang="en-US" sz="17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post page — likes, comments, follow, edit / delete</a:t>
            </a:r>
            <a:endParaRPr lang="en-US" sz="17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running key-free in mock mode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841248"/>
          </a:xfrm>
          <a:prstGeom prst="roundRect">
            <a:avLst>
              <a:gd name="adj" fmla="val 8696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112264"/>
            <a:ext cx="457200" cy="457200"/>
          </a:xfrm>
          <a:prstGeom prst="ellipse">
            <a:avLst/>
          </a:prstGeom>
          <a:solidFill>
            <a:srgbClr val="5CC8FF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1993392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Image-first generation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1993392"/>
            <a:ext cx="5790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Step 1 so users iterate on a cheap image before the 3D build.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07792"/>
            <a:ext cx="10911535" cy="841248"/>
          </a:xfrm>
          <a:prstGeom prst="roundRect">
            <a:avLst>
              <a:gd name="adj" fmla="val 8696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3099816"/>
            <a:ext cx="457200" cy="457200"/>
          </a:xfrm>
          <a:prstGeom prst="ellipse">
            <a:avLst/>
          </a:prstGeom>
          <a:solidFill>
            <a:srgbClr val="5CC8FF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2980944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same-model editing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2980944"/>
            <a:ext cx="5790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Retexture for colour + local Three.js geometry edits, since Meshy can't.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895344"/>
            <a:ext cx="10911535" cy="841248"/>
          </a:xfrm>
          <a:prstGeom prst="roundRect">
            <a:avLst>
              <a:gd name="adj" fmla="val 8696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087368"/>
            <a:ext cx="457200" cy="457200"/>
          </a:xfrm>
          <a:prstGeom prst="ellipse">
            <a:avLst/>
          </a:prstGeom>
          <a:solidFill>
            <a:srgbClr val="5CC8FF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3968496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generators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3968496"/>
            <a:ext cx="5790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 in other 3D APIs side-by-side to compare quality &amp; cost.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882896"/>
            <a:ext cx="10911535" cy="841248"/>
          </a:xfrm>
          <a:prstGeom prst="roundRect">
            <a:avLst>
              <a:gd name="adj" fmla="val 8696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5074920"/>
            <a:ext cx="457200" cy="457200"/>
          </a:xfrm>
          <a:prstGeom prst="ellipse">
            <a:avLst/>
          </a:prstGeom>
          <a:solidFill>
            <a:srgbClr val="5CC8FF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00200" y="4956048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4956048"/>
            <a:ext cx="5790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Meshy + MongoDB Atlas keys, then deploy for the final demo.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FORGE</a:t>
            </a:r>
            <a:pPr indent="0" marL="0">
              <a:buNone/>
            </a:pPr>
            <a:r>
              <a:rPr lang="en-US" sz="900" spc="100" kern="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Midterm Progress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5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2743200"/>
            <a:ext cx="7315200" cy="7315200"/>
          </a:xfrm>
          <a:prstGeom prst="ellipse">
            <a:avLst/>
          </a:prstGeom>
          <a:solidFill>
            <a:srgbClr val="5CC8F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468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live demo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4937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Mikhail Senatorov  &amp;  Javid Aliyev</a:t>
            </a:r>
            <a:pPr indent="0" marL="0">
              <a:buNone/>
            </a:pPr>
            <a:r>
              <a:rPr lang="en-US" sz="1400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github.com/SenatorBLOG/3D-Forge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Forge — Midterm Progress</dc:title>
  <dc:subject>PptxGenJS Presentation</dc:subject>
  <dc:creator>Mikhail Senatorov &amp; Javid Aliyev</dc:creator>
  <cp:lastModifiedBy>Mikhail Senatorov &amp; Javid Aliyev</cp:lastModifiedBy>
  <cp:revision>1</cp:revision>
  <dcterms:created xsi:type="dcterms:W3CDTF">2026-06-27T15:42:39Z</dcterms:created>
  <dcterms:modified xsi:type="dcterms:W3CDTF">2026-06-27T15:42:39Z</dcterms:modified>
</cp:coreProperties>
</file>